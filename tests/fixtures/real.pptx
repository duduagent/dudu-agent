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Rencana Peluncuran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pasar: Indonesia</a:t>
            </a:r>
          </a:p>
          <a:p>
            <a:r>
              <a:t>Tanggal: Maret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Anggaran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Rp 250 juta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